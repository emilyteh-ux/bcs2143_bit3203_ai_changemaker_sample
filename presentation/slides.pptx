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Path cost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 cost (m)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(UCS)</c:v>
                  </c:pt>
                  <c:pt idx="1">
                    <c:v>Improved (A*)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137</c:v>
                </c:pt>
                <c:pt idx="1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Nodes expanded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expanded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(UCS)</c:v>
                  </c:pt>
                  <c:pt idx="1">
                    <c:v>Improved (A*)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Campus Route Planner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A* search agent that guarantees wheelchair-accessible routes across campus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D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BCS2143/BIT3203 Artificial Intelligence  |  AI Changemaker Agent for Social Impact  |  Model Example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3291840"/>
            <a:ext cx="1280160" cy="12801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campus maps return the shortest route — not the shortest accessible route.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users and other mobility-constrained students, staff and visitors.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606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audits routinely find undocumented stairs and unramped slopes on “shortest” walking routes.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3383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barriers cause late arrivals to class and force reliance on ad hoc help.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2FBF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value &amp; SDG alignment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— Quality Education: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equal, timely access to classes.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 — Reduced Inequalities: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 mobility-access gap.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— Sustainable Cities: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inclusive campus infrastructure.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PEAS &amp; AI Method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2FBF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44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path cost (m); nodes expanded; execution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2FB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78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campus graph: locations + accessibility-tagged paths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2FB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13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recommended route to the console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2FB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047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map file and the user's start / goal / accessibility flag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0B3D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compared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Uniform Cost 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Uninformed; shortest path by distance only; ignores accessibility.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Improved: A* with accessibility constraint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291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straight-line-distance heuristic; edges flagged not wheelchair-accessible are excluded as invalid actions (hard constraint, not a penalty).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A* is necessary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800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shortest-path method cannot express “must be accessible” as a hard requirement while still exploring efficiently — the heuristic keeps the accessible search fast.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&amp;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 → Lecture Hall B, accessibility required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46304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348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2FBF9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evidence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493776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automated test cases, all passing: accessibility constraint enforced · A* expands ≤ nodes than baseline · clean failure when no accessible route exists · full-map end-to-end check.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&amp;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0E4A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44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a hard constraint, not a soft penalty — cannot be silently traded away.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0E4A45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344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673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cleanly and reports “no accessible route” rather than returning an inaccessible 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0E4A4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0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99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accessible routes are both shown, so trade-offs are visible.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25603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0E4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670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999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is collected, stored or logged by the prototype.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pathway &amp; next steps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996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accessibility data from verified facilities records · add a user-reporting channel to keep the map current · extend the CLI to a screen-reader-friendly or voice interface · evaluate on a full real campus graph.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2026-07-17T14:03:20Z</dcterms:created>
  <dcterms:modified xsi:type="dcterms:W3CDTF">2026-07-17T14:03:20Z</dcterms:modified>
</cp:coreProperties>
</file>